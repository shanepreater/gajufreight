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platform fee comes out of the forwarder's payouts,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Fee: 1% of payouts, with a minimum of 1 Gaju and never more than 10% of any payout. The rate is fixed when the quote is requested, so it can't change mid-shipment.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0.0044 Gaju in network fees, shared between the parties. Prices and payments are in Gaju (木) for now; other currencies are out of scope for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quote. Up to three counter offers, then the shipper accepts. The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an escrow contract, on exactly the agreed terms.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the price you accepted and no platform fee.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book, so you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confirmed scan-in pays its milestone straight to you, improving cash flow on long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each payout (minimum 1 Gaju, never more than 10% of a payout), fixed when the quote is requested.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