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platform fee comes out of the forwarder's payouts,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Fee: 1% of the shipping cost, taken from payouts, with a minimum of 1 Gaju. The contract never takes more than 10% of the shipping cost, even for a tiny shipment. The rate is fixed when the quote is requested, so it can't change mid-shipment.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0.0044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an escrow contract, on exactly the agreed terms.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the price you accepted and no platform fee.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fixed when the quote is requested. Never more than 10%: a limit built into the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