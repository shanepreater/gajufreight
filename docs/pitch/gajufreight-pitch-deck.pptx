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forwarder pays the platform fee when it confirms the booking,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pay GajuFreight's fee once, when you confirm the booking, and your payouts carry no fee: see Pricing.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 Verified businesses carry a badge anyone can check, and a company proves who it is to the customers it chooses, without its name going on the public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0.005 Gaju in network fees, shared between the parties. Prices and payments are in Gaju (木) for now; other currencies are out of scope for the pilot. The fee starts at 1% with a 1 Gaju minimum; both are set by GajuFreight's admin vote and can change, but a shipment keeps the settings in force when its quotes were requested. The 10% limit is fixed in the contract: no vote can raise the rate above it, and it overrides the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 on a stated Incoterm. Up to three counter offers, then the shipper accepts.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 and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escrow. The forwarder confirms, paying the fee; until then the shipper can cancel.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Extra charges (storage, waiting, duties)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Separate invoices, chased for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Proposed with evidence, paid straight through on acceptance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Who you're dealing with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 website and a letterhead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 verification badge anyone can check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exactly the price you accepted.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see the money before you confirm and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Which addresses are verified businesses (no names)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the shipping cost (minimum 1 Gaju), paid when you confirm the booking, however the shipment ends. Payouts and extra charges carry no fee. Never more than 10%, by contract.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